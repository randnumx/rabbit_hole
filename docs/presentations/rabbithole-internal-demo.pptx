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9144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venir Next"/>
              </a:rPr>
              <a:t>RabbitHole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83080"/>
            <a:ext cx="9692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94A3B8"/>
                </a:solidFill>
                <a:latin typeface="Avenir Next"/>
              </a:rPr>
              <a:t>Visualizing when a chat stays on track, branches out, or drifts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743200"/>
            <a:ext cx="2743200" cy="4572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11827"/>
                </a:solidFill>
                <a:latin typeface="Avenir Next"/>
              </a:rPr>
              <a:t>Internal technical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6583680" cy="4709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77800"/>
          <a:lstStyle/>
          <a:p>
            <a:pPr algn="ctr"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Internal demo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Chrome extension + FastAPI backend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Still in development, but the interaction model is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venir Next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venir Next"/>
              </a:rP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6583680" cy="4709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77800"/>
          <a:lstStyle/>
          <a:p>
            <a:pPr algn="ctr"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Start with one core task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Chat branches into tangents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Some are useful, not urgent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UI shows transcript, not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325880"/>
            <a:ext cx="3154680" cy="4709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Avenir Next"/>
              </a:defRPr>
            </a:pPr>
            <a:r>
              <a:t>Presenter cue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Keep this slide at a high level.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Use the live demo to make it concrete.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venir Next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venir Next"/>
              </a:rPr>
              <a:t>What I Wanted the Tool to 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6583680" cy="4709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77800"/>
          <a:lstStyle/>
          <a:p>
            <a:pPr algn="ctr"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Surface the main thread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Separate tangent vs drift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Return me to the core task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Save rabbit holes for later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325880"/>
            <a:ext cx="3154680" cy="4709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Avenir Next"/>
              </a:defRPr>
            </a:pPr>
            <a:r>
              <a:t>Presenter cue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Keep this slide at a high level.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Use the live demo to make it concrete.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venir Next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venir Next"/>
              </a:rPr>
              <a:t>The General Direction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6583680" cy="4709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77800"/>
          <a:lstStyle/>
          <a:p>
            <a:pPr algn="ctr"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Visual map of chat drift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Main path, branches, breaks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Interactive, not just analytical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Built inside ChatGPT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325880"/>
            <a:ext cx="3154680" cy="4709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Avenir Next"/>
              </a:defRPr>
            </a:pPr>
            <a:r>
              <a:t>Presenter cue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Keep this slide at a high level.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Use the live demo to make it concrete.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venir Next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venir Next"/>
              </a:rPr>
              <a:t>Why a Rabbit and a Trail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6583680" cy="4709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77800"/>
          <a:lstStyle/>
          <a:p>
            <a:pPr algn="ctr"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Trail = progress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Branch = tangent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Broken node = drift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Return arc =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325880"/>
            <a:ext cx="3154680" cy="4709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Avenir Next"/>
              </a:defRPr>
            </a:pPr>
            <a:r>
              <a:t>Presenter cue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Keep this slide at a high level.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Use the live demo to make it concrete.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venir Next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venir Next"/>
              </a:rPr>
              <a:t>How This Can Be Achieved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6583680" cy="4709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77800"/>
          <a:lstStyle/>
          <a:p>
            <a:pPr algn="ctr"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Extract exchanges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Normalize and summarize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Score semantic continuity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Classify each exchange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Render the trail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325880"/>
            <a:ext cx="3154680" cy="4709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Avenir Next"/>
              </a:defRPr>
            </a:pPr>
            <a:r>
              <a:t>Presenter cue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Keep this slide at a high level.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Use the live demo to make it concrete.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venir Next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venir Next"/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6583680" cy="4709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77800"/>
          <a:lstStyle/>
          <a:p>
            <a:pPr algn="ctr"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Content script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Background worker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FastAPI backend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Shared types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Sidebar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1554480"/>
            <a:ext cx="2697480" cy="50292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72A"/>
                </a:solidFill>
                <a:latin typeface="Avenir Next"/>
              </a:rPr>
              <a:t>ChatGPT DOM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340864"/>
            <a:ext cx="2697480" cy="50292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72A"/>
                </a:solidFill>
                <a:latin typeface="Avenir Next"/>
              </a:rPr>
              <a:t>Content 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3127248"/>
            <a:ext cx="2697480" cy="502920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72A"/>
                </a:solidFill>
                <a:latin typeface="Avenir Next"/>
              </a:rPr>
              <a:t>Background Worker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3913632"/>
            <a:ext cx="2697480" cy="50292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72A"/>
                </a:solidFill>
                <a:latin typeface="Avenir Next"/>
              </a:rPr>
              <a:t>FastAPI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700016"/>
            <a:ext cx="2697480" cy="502920"/>
          </a:xfrm>
          <a:prstGeom prst="round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72A"/>
                </a:solidFill>
                <a:latin typeface="Avenir Next"/>
              </a:rPr>
              <a:t>Trail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venir Next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venir Next"/>
              </a:rPr>
              <a:t>How the Backend Classifies Drift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6583680" cy="4709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77800"/>
          <a:lstStyle/>
          <a:p>
            <a:pPr algn="ctr"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Root topic from the opening turns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Mainline plus branch lineages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Similarity, continuity, drift, novelty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Rule-ordered classification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Output states drive the trail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325880"/>
            <a:ext cx="3154680" cy="4709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Avenir Next"/>
              </a:defRPr>
            </a:pPr>
            <a:r>
              <a:t>Presenter cue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Keep this slide at a high level.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Use the live demo to make it concrete.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venir Next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venir Next"/>
              </a:rPr>
              <a:t>Analysis Modes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6583680" cy="4709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77800"/>
          <a:lstStyle/>
          <a:p>
            <a:pPr algn="ctr"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Deterministic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Hybrid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Probabilistic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Same UI, different analysis 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554480"/>
            <a:ext cx="283464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  <a:latin typeface="Avenir Next"/>
              </a:defRPr>
            </a:pPr>
            <a:r>
              <a:t>Deterministic</a:t>
            </a:r>
          </a:p>
          <a:p>
            <a:pPr>
              <a:defRPr sz="1200">
                <a:solidFill>
                  <a:srgbClr val="94A3B8"/>
                </a:solidFill>
                <a:latin typeface="Avenir Next"/>
              </a:defRPr>
            </a:pPr>
            <a:r>
              <a:t>Stable, tunable, explainable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880360"/>
            <a:ext cx="283464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  <a:latin typeface="Avenir Next"/>
              </a:defRPr>
            </a:pPr>
            <a:r>
              <a:t>Hybrid</a:t>
            </a:r>
          </a:p>
          <a:p>
            <a:pPr>
              <a:defRPr sz="1200">
                <a:solidFill>
                  <a:srgbClr val="94A3B8"/>
                </a:solidFill>
                <a:latin typeface="Avenir Next"/>
              </a:defRPr>
            </a:pPr>
            <a:r>
              <a:t>LLM helps summarize noisy replies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206240"/>
            <a:ext cx="283464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DE80"/>
                </a:solidFill>
                <a:latin typeface="Avenir Next"/>
              </a:defRPr>
            </a:pPr>
            <a:r>
              <a:t>Probabilistic</a:t>
            </a:r>
          </a:p>
          <a:p>
            <a:pPr>
              <a:defRPr sz="1200">
                <a:solidFill>
                  <a:srgbClr val="94A3B8"/>
                </a:solidFill>
                <a:latin typeface="Avenir Next"/>
              </a:defRPr>
            </a:pPr>
            <a:r>
              <a:t>LLM overlay can move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venir Next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venir Next"/>
              </a:rPr>
              <a:t>Live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6583680" cy="4709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77800"/>
          <a:lstStyle/>
          <a:p>
            <a:pPr algn="ctr"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Compact rabbit launcher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Docked sidebar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Exchange-level nodes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Click node to jump to transcript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Live rabbit states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325880"/>
            <a:ext cx="3154680" cy="4709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Avenir Next"/>
              </a:defRPr>
            </a:pPr>
            <a:r>
              <a:t>Presenter cue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Keep this slide at a high level.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Use the live demo to make it concrete.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venir Next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venir Next"/>
              </a:rPr>
              <a:t>Current Prototype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6583680" cy="4709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77800"/>
          <a:lstStyle/>
          <a:p>
            <a:pPr algn="ctr"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End-to-end flow works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Extraction, scoring, rendering are live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Click-to-scroll works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Auto-analysis works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Still refining edge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325880"/>
            <a:ext cx="3154680" cy="4709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Avenir Next"/>
              </a:defRPr>
            </a:pPr>
            <a:r>
              <a:t>Presenter cue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Keep this slide at a high level.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Use the live demo to make it concrete.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venir Next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venir Next"/>
              </a:rPr>
              <a:t>What's in the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6583680" cy="4709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77800"/>
          <a:lstStyle/>
          <a:p>
            <a:pPr algn="ctr"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Better topic labels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Better branch summaries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Better unrelated-topic detection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Support beyond ChatGPT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Save rabbit holes for later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Better replay and navigation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325880"/>
            <a:ext cx="3154680" cy="4709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Avenir Next"/>
              </a:defRPr>
            </a:pPr>
            <a:r>
              <a:t>Presenter cue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Keep this slide at a high level.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Use the live demo to make it concrete.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venir Next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Avenir Next"/>
              </a:rPr>
              <a:t>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6583680" cy="4709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77800"/>
          <a:lstStyle/>
          <a:p>
            <a:pPr algn="ctr"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Make drift visible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Stay on the main task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Avenir Next"/>
              </a:defRPr>
            </a:pPr>
            <a:r>
              <a:t>Revisit side paths later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325880"/>
            <a:ext cx="3154680" cy="4709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  <a:latin typeface="Avenir Next"/>
              </a:defRPr>
            </a:pPr>
            <a:r>
              <a:t>Close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Make drift visible.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Stay on the main task.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Avenir Next"/>
              </a:defRPr>
            </a:pPr>
            <a:r>
              <a:t>Come back to rabbit holes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venir Next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